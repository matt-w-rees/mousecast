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46" autoAdjust="0"/>
    <p:restoredTop sz="94658"/>
  </p:normalViewPr>
  <p:slideViewPr>
    <p:cSldViewPr snapToGrid="0">
      <p:cViewPr varScale="1">
        <p:scale>
          <a:sx n="84" d="100"/>
          <a:sy n="84" d="100"/>
        </p:scale>
        <p:origin x="21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3390-CCDF-40C7-DC92-DC63FCF8A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8446C-AE08-62D2-D325-31CBA7E85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0EC85-F7D0-AC18-3FBD-31C06D85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FBD61-D266-7C5E-4A89-55658B49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441BD-C322-CB99-F130-78647411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40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5683-64AD-A1F4-B6C9-1A41028C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F49D4-2522-BF46-4B60-A53CE7E6E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69630-4799-EFB8-BDDD-DB23CE41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ECA32-2DD2-6DDC-273D-4B750944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C09CF-D235-25C2-DAE8-5E4F6928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090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5825-C89C-509C-C546-71CB7DF7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25CFF-FF15-ED7B-0B17-E3B3F5C8C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1015E-4A8F-C8A3-8555-192DFEAD6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C4E2-AA16-75CF-A4CE-6CB96AAB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0F674-863D-97D2-9E6B-71D59CCB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462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A65D-33F8-1762-FC41-B2E8184C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860F4-BBD2-0BB5-B904-AF5CAD55E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3D2A8-30C8-CAE8-C1CB-37B029193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7D534-8B84-DC95-F370-BE8E8B308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D3FF9-A97E-A327-5DB6-F18166CE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E635E-4172-3B11-7F95-E799F8E3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859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4909-6BF2-FB43-D01C-9DC8F263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CF74F-70D2-DF79-B073-7EE857BB6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D791B-FDB3-B602-F4B8-A6C3FA285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D9AE9-2DF5-648D-ED84-6D4A2B378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1A31A-91FA-6A74-B411-FD1747B13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860F2-65A2-0FFC-B650-1B3D53D0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E0A35-E620-4480-B4A3-D0165D8D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4842FD-CFDE-95B3-09C3-CCCCCFF3C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22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88F3-222A-8611-F894-420CAD62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89B8C-4C76-DF03-4878-5CA0BB3C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7681F-912C-6E7C-DC5E-764EB1F7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7C9D5-4AC9-03CE-AB20-304A6222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105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5CD83-5C5E-343A-1C2A-3679DE49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897F3-260C-7A59-BE44-50C2BCAA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78BA2-6E4B-681E-6F84-E043081F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96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2D16-2444-6AA5-1FDF-C3FDC85B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7C5A6-85C9-4E77-67BD-86005CE17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03B1B-93AB-B1AB-1DA3-796EF0A37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C57B4-F765-AC6B-A3CD-5583D735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4650-FC99-7B70-8654-67BD68DA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28B3C-BCB6-3710-119B-E44EB6C0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38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67A8-85B8-E2D4-3508-EE7B845E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5DC7D-EA91-0FB0-9141-A5D4094ED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D1328-F51F-6D7D-B22E-DF0D6C101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4E99C-85C5-BBC7-5FAE-62233C0C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5D820-BF51-3550-1B38-E763DF7E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B6B9D-5207-F039-4D00-89CB2E48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721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AB2E-5C04-2687-4441-96DDA8E16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C59B2-9C0C-31F8-4A1D-A249A654A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A6A38-8A9B-9B5E-13F2-5243692F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6B549-7008-43CB-3C3B-6A1C5942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1B1EC-1F1B-18C6-3041-0BE64740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210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DF614B-6E79-6091-77AD-6605CB0F3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E2476-467D-76AB-A22D-A2B5E3558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EB76-72B1-BC35-FC4B-5FC136DD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FC6DE-B55C-3315-F12C-311BBC7A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F7B2-D221-7CFF-6CC6-88B3AD55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70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616C6-67FF-35CD-ECEA-42A88DDD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2A8F-7E6D-B1AD-34CB-526ADCC8D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0C56-9DF2-534F-3736-A71530370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61C84-1374-41BC-881E-231FEF313305}" type="datetimeFigureOut">
              <a:rPr lang="en-AU" smtClean="0"/>
              <a:t>13/3/2026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B4B8E-4455-F98F-4E5C-3A972F306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EF815-B8E3-C878-A772-0A146C6C2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33356-5389-4794-B727-2CE782B27B1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51A76-5B60-8F8B-7925-1A1F73AA918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5612" y="63500"/>
            <a:ext cx="6524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D0E58-F566-FFE9-AA6B-0D17396290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5612" y="6611620"/>
            <a:ext cx="6524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26968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C63A81-B008-2121-3E35-FCB17FE897CC}"/>
              </a:ext>
            </a:extLst>
          </p:cNvPr>
          <p:cNvCxnSpPr/>
          <p:nvPr/>
        </p:nvCxnSpPr>
        <p:spPr>
          <a:xfrm>
            <a:off x="2199503" y="3558746"/>
            <a:ext cx="4448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4CAE8C-BA5E-86EC-30FB-D40BD042B421}"/>
              </a:ext>
            </a:extLst>
          </p:cNvPr>
          <p:cNvGrpSpPr/>
          <p:nvPr/>
        </p:nvGrpSpPr>
        <p:grpSpPr>
          <a:xfrm>
            <a:off x="569779" y="0"/>
            <a:ext cx="11052441" cy="6858000"/>
            <a:chOff x="569779" y="0"/>
            <a:chExt cx="11052441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72018F8-2A4F-6984-CE60-BBF47CCC7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779" y="0"/>
              <a:ext cx="11052441" cy="6858000"/>
            </a:xfrm>
            <a:prstGeom prst="rect">
              <a:avLst/>
            </a:pr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F51D81-000C-A151-922B-B78C4E304780}"/>
                </a:ext>
              </a:extLst>
            </p:cNvPr>
            <p:cNvSpPr/>
            <p:nvPr/>
          </p:nvSpPr>
          <p:spPr>
            <a:xfrm>
              <a:off x="1960469" y="2965450"/>
              <a:ext cx="706531" cy="596900"/>
            </a:xfrm>
            <a:custGeom>
              <a:avLst/>
              <a:gdLst>
                <a:gd name="csX0" fmla="*/ 1681 w 706531"/>
                <a:gd name="csY0" fmla="*/ 50800 h 596900"/>
                <a:gd name="csX1" fmla="*/ 33431 w 706531"/>
                <a:gd name="csY1" fmla="*/ 44450 h 596900"/>
                <a:gd name="csX2" fmla="*/ 39781 w 706531"/>
                <a:gd name="csY2" fmla="*/ 25400 h 596900"/>
                <a:gd name="csX3" fmla="*/ 71531 w 706531"/>
                <a:gd name="csY3" fmla="*/ 0 h 596900"/>
                <a:gd name="csX4" fmla="*/ 90581 w 706531"/>
                <a:gd name="csY4" fmla="*/ 6350 h 596900"/>
                <a:gd name="csX5" fmla="*/ 128681 w 706531"/>
                <a:gd name="csY5" fmla="*/ 44450 h 596900"/>
                <a:gd name="csX6" fmla="*/ 230281 w 706531"/>
                <a:gd name="csY6" fmla="*/ 50800 h 596900"/>
                <a:gd name="csX7" fmla="*/ 293781 w 706531"/>
                <a:gd name="csY7" fmla="*/ 63500 h 596900"/>
                <a:gd name="csX8" fmla="*/ 306481 w 706531"/>
                <a:gd name="csY8" fmla="*/ 101600 h 596900"/>
                <a:gd name="csX9" fmla="*/ 331881 w 706531"/>
                <a:gd name="csY9" fmla="*/ 120650 h 596900"/>
                <a:gd name="csX10" fmla="*/ 325531 w 706531"/>
                <a:gd name="csY10" fmla="*/ 171450 h 596900"/>
                <a:gd name="csX11" fmla="*/ 331881 w 706531"/>
                <a:gd name="csY11" fmla="*/ 209550 h 596900"/>
                <a:gd name="csX12" fmla="*/ 357281 w 706531"/>
                <a:gd name="csY12" fmla="*/ 228600 h 596900"/>
                <a:gd name="csX13" fmla="*/ 433481 w 706531"/>
                <a:gd name="csY13" fmla="*/ 241300 h 596900"/>
                <a:gd name="csX14" fmla="*/ 420781 w 706531"/>
                <a:gd name="csY14" fmla="*/ 285750 h 596900"/>
                <a:gd name="csX15" fmla="*/ 433481 w 706531"/>
                <a:gd name="csY15" fmla="*/ 368300 h 596900"/>
                <a:gd name="csX16" fmla="*/ 458881 w 706531"/>
                <a:gd name="csY16" fmla="*/ 342900 h 596900"/>
                <a:gd name="csX17" fmla="*/ 477931 w 706531"/>
                <a:gd name="csY17" fmla="*/ 330200 h 596900"/>
                <a:gd name="csX18" fmla="*/ 490631 w 706531"/>
                <a:gd name="csY18" fmla="*/ 355600 h 596900"/>
                <a:gd name="csX19" fmla="*/ 509681 w 706531"/>
                <a:gd name="csY19" fmla="*/ 419100 h 596900"/>
                <a:gd name="csX20" fmla="*/ 490631 w 706531"/>
                <a:gd name="csY20" fmla="*/ 469900 h 596900"/>
                <a:gd name="csX21" fmla="*/ 509681 w 706531"/>
                <a:gd name="csY21" fmla="*/ 476250 h 596900"/>
                <a:gd name="csX22" fmla="*/ 528731 w 706531"/>
                <a:gd name="csY22" fmla="*/ 495300 h 596900"/>
                <a:gd name="csX23" fmla="*/ 554131 w 706531"/>
                <a:gd name="csY23" fmla="*/ 508000 h 596900"/>
                <a:gd name="csX24" fmla="*/ 573181 w 706531"/>
                <a:gd name="csY24" fmla="*/ 520700 h 596900"/>
                <a:gd name="csX25" fmla="*/ 598581 w 706531"/>
                <a:gd name="csY25" fmla="*/ 514350 h 596900"/>
                <a:gd name="csX26" fmla="*/ 604931 w 706531"/>
                <a:gd name="csY26" fmla="*/ 495300 h 596900"/>
                <a:gd name="csX27" fmla="*/ 649381 w 706531"/>
                <a:gd name="csY27" fmla="*/ 501650 h 596900"/>
                <a:gd name="csX28" fmla="*/ 668431 w 706531"/>
                <a:gd name="csY28" fmla="*/ 546100 h 596900"/>
                <a:gd name="csX29" fmla="*/ 681131 w 706531"/>
                <a:gd name="csY29" fmla="*/ 565150 h 596900"/>
                <a:gd name="csX30" fmla="*/ 706531 w 706531"/>
                <a:gd name="csY30" fmla="*/ 571500 h 596900"/>
                <a:gd name="csX31" fmla="*/ 681131 w 706531"/>
                <a:gd name="csY31" fmla="*/ 584200 h 596900"/>
                <a:gd name="csX32" fmla="*/ 643031 w 706531"/>
                <a:gd name="csY32" fmla="*/ 590550 h 596900"/>
                <a:gd name="csX33" fmla="*/ 617631 w 706531"/>
                <a:gd name="csY33" fmla="*/ 596900 h 596900"/>
                <a:gd name="csX34" fmla="*/ 408081 w 706531"/>
                <a:gd name="csY34" fmla="*/ 590550 h 596900"/>
                <a:gd name="csX35" fmla="*/ 357281 w 706531"/>
                <a:gd name="csY35" fmla="*/ 571500 h 596900"/>
                <a:gd name="csX36" fmla="*/ 306481 w 706531"/>
                <a:gd name="csY36" fmla="*/ 565150 h 596900"/>
                <a:gd name="csX37" fmla="*/ 192181 w 706531"/>
                <a:gd name="csY37" fmla="*/ 552450 h 596900"/>
                <a:gd name="csX38" fmla="*/ 179481 w 706531"/>
                <a:gd name="csY38" fmla="*/ 508000 h 596900"/>
                <a:gd name="csX39" fmla="*/ 185831 w 706531"/>
                <a:gd name="csY39" fmla="*/ 457200 h 596900"/>
                <a:gd name="csX40" fmla="*/ 179481 w 706531"/>
                <a:gd name="csY40" fmla="*/ 438150 h 596900"/>
                <a:gd name="csX41" fmla="*/ 160431 w 706531"/>
                <a:gd name="csY41" fmla="*/ 431800 h 596900"/>
                <a:gd name="csX42" fmla="*/ 141381 w 706531"/>
                <a:gd name="csY42" fmla="*/ 419100 h 596900"/>
                <a:gd name="csX43" fmla="*/ 122331 w 706531"/>
                <a:gd name="csY43" fmla="*/ 393700 h 596900"/>
                <a:gd name="csX44" fmla="*/ 96931 w 706531"/>
                <a:gd name="csY44" fmla="*/ 336550 h 596900"/>
                <a:gd name="csX45" fmla="*/ 84231 w 706531"/>
                <a:gd name="csY45" fmla="*/ 311150 h 596900"/>
                <a:gd name="csX46" fmla="*/ 65181 w 706531"/>
                <a:gd name="csY46" fmla="*/ 292100 h 596900"/>
                <a:gd name="csX47" fmla="*/ 58831 w 706531"/>
                <a:gd name="csY47" fmla="*/ 273050 h 596900"/>
                <a:gd name="csX48" fmla="*/ 46131 w 706531"/>
                <a:gd name="csY48" fmla="*/ 241300 h 596900"/>
                <a:gd name="csX49" fmla="*/ 39781 w 706531"/>
                <a:gd name="csY49" fmla="*/ 177800 h 596900"/>
                <a:gd name="csX50" fmla="*/ 33431 w 706531"/>
                <a:gd name="csY50" fmla="*/ 139700 h 596900"/>
                <a:gd name="csX51" fmla="*/ 20731 w 706531"/>
                <a:gd name="csY51" fmla="*/ 88900 h 596900"/>
                <a:gd name="csX52" fmla="*/ 8031 w 706531"/>
                <a:gd name="csY52" fmla="*/ 69850 h 596900"/>
                <a:gd name="csX53" fmla="*/ 1681 w 706531"/>
                <a:gd name="csY53" fmla="*/ 50800 h 596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</a:cxnLst>
              <a:rect l="l" t="t" r="r" b="b"/>
              <a:pathLst>
                <a:path w="706531" h="596900">
                  <a:moveTo>
                    <a:pt x="1681" y="50800"/>
                  </a:moveTo>
                  <a:cubicBezTo>
                    <a:pt x="5914" y="46567"/>
                    <a:pt x="24451" y="50437"/>
                    <a:pt x="33431" y="44450"/>
                  </a:cubicBezTo>
                  <a:cubicBezTo>
                    <a:pt x="39000" y="40737"/>
                    <a:pt x="36788" y="31387"/>
                    <a:pt x="39781" y="25400"/>
                  </a:cubicBezTo>
                  <a:cubicBezTo>
                    <a:pt x="51270" y="2422"/>
                    <a:pt x="49559" y="7324"/>
                    <a:pt x="71531" y="0"/>
                  </a:cubicBezTo>
                  <a:cubicBezTo>
                    <a:pt x="77881" y="2117"/>
                    <a:pt x="85439" y="2065"/>
                    <a:pt x="90581" y="6350"/>
                  </a:cubicBezTo>
                  <a:cubicBezTo>
                    <a:pt x="102604" y="16370"/>
                    <a:pt x="109194" y="41373"/>
                    <a:pt x="128681" y="44450"/>
                  </a:cubicBezTo>
                  <a:cubicBezTo>
                    <a:pt x="162199" y="49742"/>
                    <a:pt x="196414" y="48683"/>
                    <a:pt x="230281" y="50800"/>
                  </a:cubicBezTo>
                  <a:cubicBezTo>
                    <a:pt x="251448" y="55033"/>
                    <a:pt x="275820" y="51526"/>
                    <a:pt x="293781" y="63500"/>
                  </a:cubicBezTo>
                  <a:cubicBezTo>
                    <a:pt x="304920" y="70926"/>
                    <a:pt x="295771" y="93568"/>
                    <a:pt x="306481" y="101600"/>
                  </a:cubicBezTo>
                  <a:lnTo>
                    <a:pt x="331881" y="120650"/>
                  </a:lnTo>
                  <a:cubicBezTo>
                    <a:pt x="329764" y="137583"/>
                    <a:pt x="325531" y="154385"/>
                    <a:pt x="325531" y="171450"/>
                  </a:cubicBezTo>
                  <a:cubicBezTo>
                    <a:pt x="325531" y="184325"/>
                    <a:pt x="325628" y="198295"/>
                    <a:pt x="331881" y="209550"/>
                  </a:cubicBezTo>
                  <a:cubicBezTo>
                    <a:pt x="337021" y="218801"/>
                    <a:pt x="347610" y="224302"/>
                    <a:pt x="357281" y="228600"/>
                  </a:cubicBezTo>
                  <a:cubicBezTo>
                    <a:pt x="366078" y="232510"/>
                    <a:pt x="430530" y="240878"/>
                    <a:pt x="433481" y="241300"/>
                  </a:cubicBezTo>
                  <a:cubicBezTo>
                    <a:pt x="460392" y="348944"/>
                    <a:pt x="427086" y="184866"/>
                    <a:pt x="420781" y="285750"/>
                  </a:cubicBezTo>
                  <a:cubicBezTo>
                    <a:pt x="419044" y="313536"/>
                    <a:pt x="429248" y="340783"/>
                    <a:pt x="433481" y="368300"/>
                  </a:cubicBezTo>
                  <a:cubicBezTo>
                    <a:pt x="475045" y="354445"/>
                    <a:pt x="434251" y="373688"/>
                    <a:pt x="458881" y="342900"/>
                  </a:cubicBezTo>
                  <a:cubicBezTo>
                    <a:pt x="463649" y="336941"/>
                    <a:pt x="471581" y="334433"/>
                    <a:pt x="477931" y="330200"/>
                  </a:cubicBezTo>
                  <a:cubicBezTo>
                    <a:pt x="482164" y="338667"/>
                    <a:pt x="487115" y="346811"/>
                    <a:pt x="490631" y="355600"/>
                  </a:cubicBezTo>
                  <a:cubicBezTo>
                    <a:pt x="500938" y="381366"/>
                    <a:pt x="503444" y="394151"/>
                    <a:pt x="509681" y="419100"/>
                  </a:cubicBezTo>
                  <a:cubicBezTo>
                    <a:pt x="500858" y="432334"/>
                    <a:pt x="484528" y="451591"/>
                    <a:pt x="490631" y="469900"/>
                  </a:cubicBezTo>
                  <a:cubicBezTo>
                    <a:pt x="492748" y="476250"/>
                    <a:pt x="503331" y="474133"/>
                    <a:pt x="509681" y="476250"/>
                  </a:cubicBezTo>
                  <a:cubicBezTo>
                    <a:pt x="516031" y="482600"/>
                    <a:pt x="521423" y="490080"/>
                    <a:pt x="528731" y="495300"/>
                  </a:cubicBezTo>
                  <a:cubicBezTo>
                    <a:pt x="536434" y="500802"/>
                    <a:pt x="545912" y="503304"/>
                    <a:pt x="554131" y="508000"/>
                  </a:cubicBezTo>
                  <a:cubicBezTo>
                    <a:pt x="560757" y="511786"/>
                    <a:pt x="566831" y="516467"/>
                    <a:pt x="573181" y="520700"/>
                  </a:cubicBezTo>
                  <a:cubicBezTo>
                    <a:pt x="581648" y="518583"/>
                    <a:pt x="591766" y="519802"/>
                    <a:pt x="598581" y="514350"/>
                  </a:cubicBezTo>
                  <a:cubicBezTo>
                    <a:pt x="603808" y="510169"/>
                    <a:pt x="598437" y="496923"/>
                    <a:pt x="604931" y="495300"/>
                  </a:cubicBezTo>
                  <a:cubicBezTo>
                    <a:pt x="619451" y="491670"/>
                    <a:pt x="634564" y="499533"/>
                    <a:pt x="649381" y="501650"/>
                  </a:cubicBezTo>
                  <a:cubicBezTo>
                    <a:pt x="656505" y="523022"/>
                    <a:pt x="655876" y="524129"/>
                    <a:pt x="668431" y="546100"/>
                  </a:cubicBezTo>
                  <a:cubicBezTo>
                    <a:pt x="672217" y="552726"/>
                    <a:pt x="674781" y="560917"/>
                    <a:pt x="681131" y="565150"/>
                  </a:cubicBezTo>
                  <a:cubicBezTo>
                    <a:pt x="688393" y="569991"/>
                    <a:pt x="698064" y="569383"/>
                    <a:pt x="706531" y="571500"/>
                  </a:cubicBezTo>
                  <a:cubicBezTo>
                    <a:pt x="698064" y="575733"/>
                    <a:pt x="690198" y="581480"/>
                    <a:pt x="681131" y="584200"/>
                  </a:cubicBezTo>
                  <a:cubicBezTo>
                    <a:pt x="668799" y="587900"/>
                    <a:pt x="655656" y="588025"/>
                    <a:pt x="643031" y="590550"/>
                  </a:cubicBezTo>
                  <a:cubicBezTo>
                    <a:pt x="634473" y="592262"/>
                    <a:pt x="626098" y="594783"/>
                    <a:pt x="617631" y="596900"/>
                  </a:cubicBezTo>
                  <a:cubicBezTo>
                    <a:pt x="547781" y="594783"/>
                    <a:pt x="477861" y="594322"/>
                    <a:pt x="408081" y="590550"/>
                  </a:cubicBezTo>
                  <a:cubicBezTo>
                    <a:pt x="369021" y="588439"/>
                    <a:pt x="395342" y="581015"/>
                    <a:pt x="357281" y="571500"/>
                  </a:cubicBezTo>
                  <a:cubicBezTo>
                    <a:pt x="340725" y="567361"/>
                    <a:pt x="323434" y="567106"/>
                    <a:pt x="306481" y="565150"/>
                  </a:cubicBezTo>
                  <a:lnTo>
                    <a:pt x="192181" y="552450"/>
                  </a:lnTo>
                  <a:cubicBezTo>
                    <a:pt x="189187" y="543467"/>
                    <a:pt x="179481" y="515973"/>
                    <a:pt x="179481" y="508000"/>
                  </a:cubicBezTo>
                  <a:cubicBezTo>
                    <a:pt x="179481" y="490935"/>
                    <a:pt x="183714" y="474133"/>
                    <a:pt x="185831" y="457200"/>
                  </a:cubicBezTo>
                  <a:cubicBezTo>
                    <a:pt x="183714" y="450850"/>
                    <a:pt x="184214" y="442883"/>
                    <a:pt x="179481" y="438150"/>
                  </a:cubicBezTo>
                  <a:cubicBezTo>
                    <a:pt x="174748" y="433417"/>
                    <a:pt x="166418" y="434793"/>
                    <a:pt x="160431" y="431800"/>
                  </a:cubicBezTo>
                  <a:cubicBezTo>
                    <a:pt x="153605" y="428387"/>
                    <a:pt x="146777" y="424496"/>
                    <a:pt x="141381" y="419100"/>
                  </a:cubicBezTo>
                  <a:cubicBezTo>
                    <a:pt x="133897" y="411616"/>
                    <a:pt x="128681" y="402167"/>
                    <a:pt x="122331" y="393700"/>
                  </a:cubicBezTo>
                  <a:cubicBezTo>
                    <a:pt x="100157" y="327178"/>
                    <a:pt x="121082" y="378814"/>
                    <a:pt x="96931" y="336550"/>
                  </a:cubicBezTo>
                  <a:cubicBezTo>
                    <a:pt x="92235" y="328331"/>
                    <a:pt x="89733" y="318853"/>
                    <a:pt x="84231" y="311150"/>
                  </a:cubicBezTo>
                  <a:cubicBezTo>
                    <a:pt x="79011" y="303842"/>
                    <a:pt x="71531" y="298450"/>
                    <a:pt x="65181" y="292100"/>
                  </a:cubicBezTo>
                  <a:cubicBezTo>
                    <a:pt x="63064" y="285750"/>
                    <a:pt x="61181" y="279317"/>
                    <a:pt x="58831" y="273050"/>
                  </a:cubicBezTo>
                  <a:cubicBezTo>
                    <a:pt x="54829" y="262377"/>
                    <a:pt x="48366" y="252477"/>
                    <a:pt x="46131" y="241300"/>
                  </a:cubicBezTo>
                  <a:cubicBezTo>
                    <a:pt x="41959" y="220441"/>
                    <a:pt x="42419" y="198908"/>
                    <a:pt x="39781" y="177800"/>
                  </a:cubicBezTo>
                  <a:cubicBezTo>
                    <a:pt x="38184" y="165024"/>
                    <a:pt x="36129" y="152289"/>
                    <a:pt x="33431" y="139700"/>
                  </a:cubicBezTo>
                  <a:cubicBezTo>
                    <a:pt x="29774" y="122633"/>
                    <a:pt x="30413" y="103423"/>
                    <a:pt x="20731" y="88900"/>
                  </a:cubicBezTo>
                  <a:cubicBezTo>
                    <a:pt x="16498" y="82550"/>
                    <a:pt x="15117" y="72684"/>
                    <a:pt x="8031" y="69850"/>
                  </a:cubicBezTo>
                  <a:cubicBezTo>
                    <a:pt x="1816" y="67364"/>
                    <a:pt x="-2552" y="55033"/>
                    <a:pt x="1681" y="50800"/>
                  </a:cubicBezTo>
                  <a:close/>
                </a:path>
              </a:pathLst>
            </a:custGeom>
            <a:pattFill prst="dk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BA6F210-4BFB-CB9D-F9A2-736ED6EC442E}"/>
                </a:ext>
              </a:extLst>
            </p:cNvPr>
            <p:cNvSpPr/>
            <p:nvPr/>
          </p:nvSpPr>
          <p:spPr>
            <a:xfrm>
              <a:off x="3019329" y="4591050"/>
              <a:ext cx="695421" cy="343723"/>
            </a:xfrm>
            <a:custGeom>
              <a:avLst/>
              <a:gdLst>
                <a:gd name="csX0" fmla="*/ 15971 w 695421"/>
                <a:gd name="csY0" fmla="*/ 336550 h 343723"/>
                <a:gd name="csX1" fmla="*/ 9621 w 695421"/>
                <a:gd name="csY1" fmla="*/ 209550 h 343723"/>
                <a:gd name="csX2" fmla="*/ 41371 w 695421"/>
                <a:gd name="csY2" fmla="*/ 196850 h 343723"/>
                <a:gd name="csX3" fmla="*/ 79471 w 695421"/>
                <a:gd name="csY3" fmla="*/ 171450 h 343723"/>
                <a:gd name="csX4" fmla="*/ 111221 w 695421"/>
                <a:gd name="csY4" fmla="*/ 158750 h 343723"/>
                <a:gd name="csX5" fmla="*/ 130271 w 695421"/>
                <a:gd name="csY5" fmla="*/ 152400 h 343723"/>
                <a:gd name="csX6" fmla="*/ 193771 w 695421"/>
                <a:gd name="csY6" fmla="*/ 114300 h 343723"/>
                <a:gd name="csX7" fmla="*/ 219171 w 695421"/>
                <a:gd name="csY7" fmla="*/ 101600 h 343723"/>
                <a:gd name="csX8" fmla="*/ 231871 w 695421"/>
                <a:gd name="csY8" fmla="*/ 76200 h 343723"/>
                <a:gd name="csX9" fmla="*/ 276321 w 695421"/>
                <a:gd name="csY9" fmla="*/ 44450 h 343723"/>
                <a:gd name="csX10" fmla="*/ 295371 w 695421"/>
                <a:gd name="csY10" fmla="*/ 31750 h 343723"/>
                <a:gd name="csX11" fmla="*/ 371571 w 695421"/>
                <a:gd name="csY11" fmla="*/ 19050 h 343723"/>
                <a:gd name="csX12" fmla="*/ 422371 w 695421"/>
                <a:gd name="csY12" fmla="*/ 6350 h 343723"/>
                <a:gd name="csX13" fmla="*/ 454121 w 695421"/>
                <a:gd name="csY13" fmla="*/ 0 h 343723"/>
                <a:gd name="csX14" fmla="*/ 511271 w 695421"/>
                <a:gd name="csY14" fmla="*/ 6350 h 343723"/>
                <a:gd name="csX15" fmla="*/ 581121 w 695421"/>
                <a:gd name="csY15" fmla="*/ 31750 h 343723"/>
                <a:gd name="csX16" fmla="*/ 619221 w 695421"/>
                <a:gd name="csY16" fmla="*/ 57150 h 343723"/>
                <a:gd name="csX17" fmla="*/ 657321 w 695421"/>
                <a:gd name="csY17" fmla="*/ 101600 h 343723"/>
                <a:gd name="csX18" fmla="*/ 663671 w 695421"/>
                <a:gd name="csY18" fmla="*/ 120650 h 343723"/>
                <a:gd name="csX19" fmla="*/ 682721 w 695421"/>
                <a:gd name="csY19" fmla="*/ 139700 h 343723"/>
                <a:gd name="csX20" fmla="*/ 695421 w 695421"/>
                <a:gd name="csY20" fmla="*/ 158750 h 343723"/>
                <a:gd name="csX21" fmla="*/ 530321 w 695421"/>
                <a:gd name="csY21" fmla="*/ 171450 h 343723"/>
                <a:gd name="csX22" fmla="*/ 422371 w 695421"/>
                <a:gd name="csY22" fmla="*/ 177800 h 343723"/>
                <a:gd name="csX23" fmla="*/ 371571 w 695421"/>
                <a:gd name="csY23" fmla="*/ 190500 h 343723"/>
                <a:gd name="csX24" fmla="*/ 276321 w 695421"/>
                <a:gd name="csY24" fmla="*/ 196850 h 343723"/>
                <a:gd name="csX25" fmla="*/ 231871 w 695421"/>
                <a:gd name="csY25" fmla="*/ 222250 h 343723"/>
                <a:gd name="csX26" fmla="*/ 206471 w 695421"/>
                <a:gd name="csY26" fmla="*/ 234950 h 343723"/>
                <a:gd name="csX27" fmla="*/ 162021 w 695421"/>
                <a:gd name="csY27" fmla="*/ 273050 h 343723"/>
                <a:gd name="csX28" fmla="*/ 130271 w 695421"/>
                <a:gd name="csY28" fmla="*/ 285750 h 343723"/>
                <a:gd name="csX29" fmla="*/ 92171 w 695421"/>
                <a:gd name="csY29" fmla="*/ 323850 h 343723"/>
                <a:gd name="csX30" fmla="*/ 15971 w 695421"/>
                <a:gd name="csY30" fmla="*/ 336550 h 343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695421" h="343723">
                  <a:moveTo>
                    <a:pt x="15971" y="336550"/>
                  </a:moveTo>
                  <a:cubicBezTo>
                    <a:pt x="2213" y="317500"/>
                    <a:pt x="-8589" y="245969"/>
                    <a:pt x="9621" y="209550"/>
                  </a:cubicBezTo>
                  <a:cubicBezTo>
                    <a:pt x="14719" y="199355"/>
                    <a:pt x="31364" y="202308"/>
                    <a:pt x="41371" y="196850"/>
                  </a:cubicBezTo>
                  <a:cubicBezTo>
                    <a:pt x="54771" y="189541"/>
                    <a:pt x="66071" y="178759"/>
                    <a:pt x="79471" y="171450"/>
                  </a:cubicBezTo>
                  <a:cubicBezTo>
                    <a:pt x="89478" y="165992"/>
                    <a:pt x="100548" y="162752"/>
                    <a:pt x="111221" y="158750"/>
                  </a:cubicBezTo>
                  <a:cubicBezTo>
                    <a:pt x="117488" y="156400"/>
                    <a:pt x="124378" y="155573"/>
                    <a:pt x="130271" y="152400"/>
                  </a:cubicBezTo>
                  <a:cubicBezTo>
                    <a:pt x="152005" y="140697"/>
                    <a:pt x="171693" y="125339"/>
                    <a:pt x="193771" y="114300"/>
                  </a:cubicBezTo>
                  <a:lnTo>
                    <a:pt x="219171" y="101600"/>
                  </a:lnTo>
                  <a:cubicBezTo>
                    <a:pt x="223404" y="93133"/>
                    <a:pt x="226191" y="83773"/>
                    <a:pt x="231871" y="76200"/>
                  </a:cubicBezTo>
                  <a:cubicBezTo>
                    <a:pt x="260830" y="37588"/>
                    <a:pt x="246568" y="59327"/>
                    <a:pt x="276321" y="44450"/>
                  </a:cubicBezTo>
                  <a:cubicBezTo>
                    <a:pt x="283147" y="41037"/>
                    <a:pt x="288225" y="34430"/>
                    <a:pt x="295371" y="31750"/>
                  </a:cubicBezTo>
                  <a:cubicBezTo>
                    <a:pt x="308353" y="26882"/>
                    <a:pt x="362815" y="20801"/>
                    <a:pt x="371571" y="19050"/>
                  </a:cubicBezTo>
                  <a:cubicBezTo>
                    <a:pt x="388687" y="15627"/>
                    <a:pt x="405255" y="9773"/>
                    <a:pt x="422371" y="6350"/>
                  </a:cubicBezTo>
                  <a:lnTo>
                    <a:pt x="454121" y="0"/>
                  </a:lnTo>
                  <a:cubicBezTo>
                    <a:pt x="473171" y="2117"/>
                    <a:pt x="492432" y="2818"/>
                    <a:pt x="511271" y="6350"/>
                  </a:cubicBezTo>
                  <a:cubicBezTo>
                    <a:pt x="536609" y="11101"/>
                    <a:pt x="559270" y="18639"/>
                    <a:pt x="581121" y="31750"/>
                  </a:cubicBezTo>
                  <a:cubicBezTo>
                    <a:pt x="594209" y="39603"/>
                    <a:pt x="608428" y="46357"/>
                    <a:pt x="619221" y="57150"/>
                  </a:cubicBezTo>
                  <a:cubicBezTo>
                    <a:pt x="645755" y="83684"/>
                    <a:pt x="632883" y="69016"/>
                    <a:pt x="657321" y="101600"/>
                  </a:cubicBezTo>
                  <a:cubicBezTo>
                    <a:pt x="659438" y="107950"/>
                    <a:pt x="659958" y="115081"/>
                    <a:pt x="663671" y="120650"/>
                  </a:cubicBezTo>
                  <a:cubicBezTo>
                    <a:pt x="668652" y="128122"/>
                    <a:pt x="676972" y="132801"/>
                    <a:pt x="682721" y="139700"/>
                  </a:cubicBezTo>
                  <a:cubicBezTo>
                    <a:pt x="687607" y="145563"/>
                    <a:pt x="691188" y="152400"/>
                    <a:pt x="695421" y="158750"/>
                  </a:cubicBezTo>
                  <a:cubicBezTo>
                    <a:pt x="623983" y="176609"/>
                    <a:pt x="683092" y="163616"/>
                    <a:pt x="530321" y="171450"/>
                  </a:cubicBezTo>
                  <a:lnTo>
                    <a:pt x="422371" y="177800"/>
                  </a:lnTo>
                  <a:cubicBezTo>
                    <a:pt x="344760" y="255411"/>
                    <a:pt x="424911" y="196427"/>
                    <a:pt x="371571" y="190500"/>
                  </a:cubicBezTo>
                  <a:cubicBezTo>
                    <a:pt x="339945" y="186986"/>
                    <a:pt x="308071" y="194733"/>
                    <a:pt x="276321" y="196850"/>
                  </a:cubicBezTo>
                  <a:cubicBezTo>
                    <a:pt x="199564" y="235228"/>
                    <a:pt x="294699" y="186348"/>
                    <a:pt x="231871" y="222250"/>
                  </a:cubicBezTo>
                  <a:cubicBezTo>
                    <a:pt x="223652" y="226946"/>
                    <a:pt x="214174" y="229448"/>
                    <a:pt x="206471" y="234950"/>
                  </a:cubicBezTo>
                  <a:cubicBezTo>
                    <a:pt x="166047" y="263825"/>
                    <a:pt x="210976" y="245853"/>
                    <a:pt x="162021" y="273050"/>
                  </a:cubicBezTo>
                  <a:cubicBezTo>
                    <a:pt x="152057" y="278586"/>
                    <a:pt x="140466" y="280652"/>
                    <a:pt x="130271" y="285750"/>
                  </a:cubicBezTo>
                  <a:cubicBezTo>
                    <a:pt x="90784" y="305493"/>
                    <a:pt x="131929" y="290718"/>
                    <a:pt x="92171" y="323850"/>
                  </a:cubicBezTo>
                  <a:cubicBezTo>
                    <a:pt x="82945" y="331539"/>
                    <a:pt x="29729" y="355600"/>
                    <a:pt x="15971" y="336550"/>
                  </a:cubicBezTo>
                  <a:close/>
                </a:path>
              </a:pathLst>
            </a:custGeom>
            <a:pattFill prst="dk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F512EC8-D314-B916-4273-0273E4B0ACD8}"/>
                </a:ext>
              </a:extLst>
            </p:cNvPr>
            <p:cNvSpPr/>
            <p:nvPr/>
          </p:nvSpPr>
          <p:spPr>
            <a:xfrm>
              <a:off x="2584450" y="4121150"/>
              <a:ext cx="260350" cy="260350"/>
            </a:xfrm>
            <a:custGeom>
              <a:avLst/>
              <a:gdLst>
                <a:gd name="csX0" fmla="*/ 241300 w 260350"/>
                <a:gd name="csY0" fmla="*/ 95250 h 260350"/>
                <a:gd name="csX1" fmla="*/ 184150 w 260350"/>
                <a:gd name="csY1" fmla="*/ 25400 h 260350"/>
                <a:gd name="csX2" fmla="*/ 139700 w 260350"/>
                <a:gd name="csY2" fmla="*/ 0 h 260350"/>
                <a:gd name="csX3" fmla="*/ 69850 w 260350"/>
                <a:gd name="csY3" fmla="*/ 25400 h 260350"/>
                <a:gd name="csX4" fmla="*/ 44450 w 260350"/>
                <a:gd name="csY4" fmla="*/ 63500 h 260350"/>
                <a:gd name="csX5" fmla="*/ 12700 w 260350"/>
                <a:gd name="csY5" fmla="*/ 127000 h 260350"/>
                <a:gd name="csX6" fmla="*/ 0 w 260350"/>
                <a:gd name="csY6" fmla="*/ 146050 h 260350"/>
                <a:gd name="csX7" fmla="*/ 6350 w 260350"/>
                <a:gd name="csY7" fmla="*/ 184150 h 260350"/>
                <a:gd name="csX8" fmla="*/ 12700 w 260350"/>
                <a:gd name="csY8" fmla="*/ 203200 h 260350"/>
                <a:gd name="csX9" fmla="*/ 63500 w 260350"/>
                <a:gd name="csY9" fmla="*/ 234950 h 260350"/>
                <a:gd name="csX10" fmla="*/ 95250 w 260350"/>
                <a:gd name="csY10" fmla="*/ 241300 h 260350"/>
                <a:gd name="csX11" fmla="*/ 114300 w 260350"/>
                <a:gd name="csY11" fmla="*/ 247650 h 260350"/>
                <a:gd name="csX12" fmla="*/ 184150 w 260350"/>
                <a:gd name="csY12" fmla="*/ 260350 h 260350"/>
                <a:gd name="csX13" fmla="*/ 222250 w 260350"/>
                <a:gd name="csY13" fmla="*/ 254000 h 260350"/>
                <a:gd name="csX14" fmla="*/ 254000 w 260350"/>
                <a:gd name="csY14" fmla="*/ 209550 h 260350"/>
                <a:gd name="csX15" fmla="*/ 260350 w 260350"/>
                <a:gd name="csY15" fmla="*/ 177800 h 260350"/>
                <a:gd name="csX16" fmla="*/ 241300 w 260350"/>
                <a:gd name="csY16" fmla="*/ 95250 h 26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60350" h="260350">
                  <a:moveTo>
                    <a:pt x="241300" y="95250"/>
                  </a:moveTo>
                  <a:cubicBezTo>
                    <a:pt x="226800" y="71084"/>
                    <a:pt x="210908" y="38779"/>
                    <a:pt x="184150" y="25400"/>
                  </a:cubicBezTo>
                  <a:cubicBezTo>
                    <a:pt x="151924" y="9287"/>
                    <a:pt x="166626" y="17951"/>
                    <a:pt x="139700" y="0"/>
                  </a:cubicBezTo>
                  <a:cubicBezTo>
                    <a:pt x="122448" y="4313"/>
                    <a:pt x="85517" y="7494"/>
                    <a:pt x="69850" y="25400"/>
                  </a:cubicBezTo>
                  <a:cubicBezTo>
                    <a:pt x="59799" y="36887"/>
                    <a:pt x="44450" y="63500"/>
                    <a:pt x="44450" y="63500"/>
                  </a:cubicBezTo>
                  <a:cubicBezTo>
                    <a:pt x="34398" y="103708"/>
                    <a:pt x="42941" y="81638"/>
                    <a:pt x="12700" y="127000"/>
                  </a:cubicBezTo>
                  <a:lnTo>
                    <a:pt x="0" y="146050"/>
                  </a:lnTo>
                  <a:cubicBezTo>
                    <a:pt x="2117" y="158750"/>
                    <a:pt x="3557" y="171581"/>
                    <a:pt x="6350" y="184150"/>
                  </a:cubicBezTo>
                  <a:cubicBezTo>
                    <a:pt x="7802" y="190684"/>
                    <a:pt x="7697" y="198753"/>
                    <a:pt x="12700" y="203200"/>
                  </a:cubicBezTo>
                  <a:cubicBezTo>
                    <a:pt x="27625" y="216466"/>
                    <a:pt x="43919" y="231034"/>
                    <a:pt x="63500" y="234950"/>
                  </a:cubicBezTo>
                  <a:cubicBezTo>
                    <a:pt x="74083" y="237067"/>
                    <a:pt x="84779" y="238682"/>
                    <a:pt x="95250" y="241300"/>
                  </a:cubicBezTo>
                  <a:cubicBezTo>
                    <a:pt x="101744" y="242923"/>
                    <a:pt x="107736" y="246337"/>
                    <a:pt x="114300" y="247650"/>
                  </a:cubicBezTo>
                  <a:cubicBezTo>
                    <a:pt x="228063" y="270403"/>
                    <a:pt x="108851" y="241525"/>
                    <a:pt x="184150" y="260350"/>
                  </a:cubicBezTo>
                  <a:cubicBezTo>
                    <a:pt x="196850" y="258233"/>
                    <a:pt x="210036" y="258071"/>
                    <a:pt x="222250" y="254000"/>
                  </a:cubicBezTo>
                  <a:cubicBezTo>
                    <a:pt x="244725" y="246508"/>
                    <a:pt x="247516" y="231163"/>
                    <a:pt x="254000" y="209550"/>
                  </a:cubicBezTo>
                  <a:cubicBezTo>
                    <a:pt x="257101" y="199212"/>
                    <a:pt x="258233" y="188383"/>
                    <a:pt x="260350" y="177800"/>
                  </a:cubicBezTo>
                  <a:lnTo>
                    <a:pt x="241300" y="95250"/>
                  </a:lnTo>
                  <a:close/>
                </a:path>
              </a:pathLst>
            </a:custGeom>
            <a:pattFill prst="dk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96556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Henry, Steve (H&amp;B, Black Mountain)</dc:creator>
  <cp:lastModifiedBy>Rees, Matthew (H&amp;B, Black Mountain)</cp:lastModifiedBy>
  <cp:revision>1</cp:revision>
  <dcterms:created xsi:type="dcterms:W3CDTF">2026-03-12T01:05:36Z</dcterms:created>
  <dcterms:modified xsi:type="dcterms:W3CDTF">2026-03-13T01:17:20Z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ad370f1-5840-4c36-bb65-89acaaf849ca_Enabled">
    <vt:lpwstr>true</vt:lpwstr>
  </property>
  <property fmtid="{D5CDD505-2E9C-101B-9397-08002B2CF9AE}" pid="3" name="MSIP_Label_0ad370f1-5840-4c36-bb65-89acaaf849ca_SetDate">
    <vt:lpwstr>2026-03-12T01:18:12Z</vt:lpwstr>
  </property>
  <property fmtid="{D5CDD505-2E9C-101B-9397-08002B2CF9AE}" pid="4" name="MSIP_Label_0ad370f1-5840-4c36-bb65-89acaaf849ca_Method">
    <vt:lpwstr>Privileged</vt:lpwstr>
  </property>
  <property fmtid="{D5CDD505-2E9C-101B-9397-08002B2CF9AE}" pid="5" name="MSIP_Label_0ad370f1-5840-4c36-bb65-89acaaf849ca_Name">
    <vt:lpwstr>OFFICIAL</vt:lpwstr>
  </property>
  <property fmtid="{D5CDD505-2E9C-101B-9397-08002B2CF9AE}" pid="6" name="MSIP_Label_0ad370f1-5840-4c36-bb65-89acaaf849ca_SiteId">
    <vt:lpwstr>0fe05593-19ac-4f98-adbf-0375fce7f160</vt:lpwstr>
  </property>
  <property fmtid="{D5CDD505-2E9C-101B-9397-08002B2CF9AE}" pid="7" name="MSIP_Label_0ad370f1-5840-4c36-bb65-89acaaf849ca_ActionId">
    <vt:lpwstr>8ab027b3-c9e2-4874-afd1-7a4d483f1b81</vt:lpwstr>
  </property>
  <property fmtid="{D5CDD505-2E9C-101B-9397-08002B2CF9AE}" pid="8" name="MSIP_Label_0ad370f1-5840-4c36-bb65-89acaaf849ca_ContentBits">
    <vt:lpwstr>3</vt:lpwstr>
  </property>
  <property fmtid="{D5CDD505-2E9C-101B-9397-08002B2CF9AE}" pid="9" name="MSIP_Label_0ad370f1-5840-4c36-bb65-89acaaf849ca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OFFICIAL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OFFICIAL</vt:lpwstr>
  </property>
</Properties>
</file>